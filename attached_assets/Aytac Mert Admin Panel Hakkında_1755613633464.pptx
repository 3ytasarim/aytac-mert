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2E19-B8DD-C4E2-AE78-C9529C9BD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E1AA7-19FE-CA6C-C866-8475EFB6E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87903-977C-D399-9B05-DDEE72568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F5E98-6E0D-E0C2-C3E4-AED490C74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A0F04-838F-2DA9-0D3D-AAE91046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86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C0C35-165B-677C-EB9F-EBC492F6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5CF4-C943-0A3E-7D74-51CDEA14E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1A438-2DD5-5EC0-E4D7-E0758068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69566-0ED4-861E-03CC-0053DE5D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C02-6D18-6DB7-53B1-2A6C6FC7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11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D06D-A7A4-DA60-6D0F-BF9539CC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A1928-0742-A5AB-FFD1-D31E33640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32811-DA97-83E0-2B90-EE006B5F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17DB0-EF5D-9ECA-6C4B-4788B39B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04918-9471-19B1-5968-5A01A8D4B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08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5703-58DC-555D-61C8-957E5261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BB764-C114-44D0-33B1-02F9AFC9B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0963F-B14E-60C8-F150-95CE04C32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0C2E1-7449-402A-B069-BD8B3197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25211-2FF8-2DB6-8380-DE427F60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3143E-511D-B5E9-C377-E08AFC85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91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A9A06-F577-C94E-640B-5C71E6FB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9643B-A5FB-60B3-036A-3FA1C15BA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88F1E-C747-9B2B-41D7-17CC520B2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13A78-4BEA-1C9E-2653-59679F4B2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0634F-D553-EC01-F2E0-8FFB8A5007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56E9A-7F89-0481-F4F3-2FD03D92D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23512-65A7-5DE3-EC49-430FC98A0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703E66-797D-B726-AEC8-FEB05946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6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582A-B185-EA40-2523-EBB1BA1F5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CCB62-FB7F-5C4B-CAD1-19D9C0D28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5A277-C48D-71C6-12DC-DE8B4FFD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DF578-C24A-348E-945E-E13CB9D7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6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93EC4-C388-2BFD-6961-1FC98D22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8C983-832F-FD60-B0EC-432AB74B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E8FC4-0E36-0818-180F-76EB9686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1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8228-7E44-19CB-C9D5-8F7C1A64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7A65B-9A62-EE1F-9814-04D32AB1E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4AE40-787A-3673-C8E8-9FEC3D72B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4B9A4-58D5-CBE6-20B3-E67F6B7B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0C237-B406-B91F-E9B3-8248E6B4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F229C-A0ED-F2A8-DEF0-9E26871D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4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08C10-5618-525F-695F-22586ED6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E6473-55E0-C359-899F-3CF206EF1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E924D-B6B1-DFB7-B2BF-EB240240E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A13F1-9587-A63C-B8EA-5D30F7C51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E894-54CA-0E0C-3728-CDB5D6B8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71E89-4C23-D2C3-4E02-80AED7B0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3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156E-180E-DCF6-A1E8-0A815D15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46814-9DB6-E144-E7FE-DAE80F349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81674-C70F-FA82-87BD-25FEDDB8C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6709E-B6B8-EC31-3DF1-258F8E3E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B1F62-4E10-E453-EEFC-A1423775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8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B4C9FB-B416-9D28-250D-09015D524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27DAB-78D2-1C77-433B-5CF532FD4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76998-A3F4-5EEA-EB47-5B2FF112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F2E73-EAE0-E9BE-7960-863F3E1F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4A21A-1663-73DA-0F52-CAB988CF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3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4AC287-C28F-D59C-3B2A-72CB974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FA425-B603-76AE-0AFF-8BF5AC68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1C41B-0A14-A5BE-3301-1E6D7EB84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0E7B6B-1796-4026-920C-46DA8D5F5735}" type="datetimeFigureOut">
              <a:rPr lang="en-US" smtClean="0"/>
              <a:t>19-Aug-25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A5986-F388-9E1F-FAAA-E2DBC77DA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6E7A9-FD88-7C0F-F528-366F616EE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21658-7E74-477A-A789-E0C9E7106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15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info@aytacmert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965DA-8301-44FA-12B0-01F32F5D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017" y="4914900"/>
            <a:ext cx="8931965" cy="74046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Bu admin </a:t>
            </a:r>
            <a:r>
              <a:rPr lang="en-US" dirty="0" err="1"/>
              <a:t>paneli</a:t>
            </a:r>
            <a:r>
              <a:rPr lang="en-US" dirty="0"/>
              <a:t>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info@aytacmert.com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yaptığımda</a:t>
            </a:r>
            <a:r>
              <a:rPr lang="en-US" dirty="0"/>
              <a:t> </a:t>
            </a:r>
            <a:r>
              <a:rPr lang="en-US" dirty="0" err="1"/>
              <a:t>gözükecek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ekran</a:t>
            </a:r>
            <a:r>
              <a:rPr lang="en-US" dirty="0"/>
              <a:t> </a:t>
            </a:r>
            <a:r>
              <a:rPr lang="en-US" dirty="0" err="1"/>
              <a:t>Toplam</a:t>
            </a:r>
            <a:r>
              <a:rPr lang="en-US" dirty="0"/>
              <a:t> </a:t>
            </a:r>
            <a:r>
              <a:rPr lang="en-US" dirty="0" err="1"/>
              <a:t>Üye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Öğrenci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Eğitimler</a:t>
            </a:r>
            <a:r>
              <a:rPr lang="en-US" dirty="0"/>
              <a:t> </a:t>
            </a:r>
            <a:r>
              <a:rPr lang="en-US" dirty="0" err="1"/>
              <a:t>kısmı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eklediğim</a:t>
            </a:r>
            <a:r>
              <a:rPr lang="en-US" dirty="0"/>
              <a:t> </a:t>
            </a:r>
            <a:r>
              <a:rPr lang="en-US" dirty="0" err="1"/>
              <a:t>eğitimlerin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 </a:t>
            </a:r>
            <a:r>
              <a:rPr lang="en-US" dirty="0" err="1"/>
              <a:t>Oturumlar</a:t>
            </a:r>
            <a:r>
              <a:rPr lang="en-US" dirty="0"/>
              <a:t> </a:t>
            </a:r>
            <a:r>
              <a:rPr lang="en-US" dirty="0" err="1"/>
              <a:t>kısmı</a:t>
            </a:r>
            <a:r>
              <a:rPr lang="en-US" dirty="0"/>
              <a:t> </a:t>
            </a:r>
            <a:r>
              <a:rPr lang="en-US" dirty="0" err="1"/>
              <a:t>şuanda</a:t>
            </a:r>
            <a:r>
              <a:rPr lang="en-US" dirty="0"/>
              <a:t> </a:t>
            </a:r>
            <a:r>
              <a:rPr lang="en-US" dirty="0" err="1"/>
              <a:t>sitede</a:t>
            </a:r>
            <a:r>
              <a:rPr lang="en-US" dirty="0"/>
              <a:t> </a:t>
            </a:r>
            <a:r>
              <a:rPr lang="en-US" dirty="0" err="1"/>
              <a:t>üye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yapmış</a:t>
            </a:r>
            <a:r>
              <a:rPr lang="en-US" dirty="0"/>
              <a:t> </a:t>
            </a:r>
            <a:r>
              <a:rPr lang="en-US" dirty="0" err="1"/>
              <a:t>kişi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 </a:t>
            </a:r>
            <a:r>
              <a:rPr lang="en-US" dirty="0" err="1"/>
              <a:t>Satışlar</a:t>
            </a:r>
            <a:r>
              <a:rPr lang="en-US" dirty="0"/>
              <a:t> </a:t>
            </a:r>
            <a:r>
              <a:rPr lang="en-US" dirty="0" err="1"/>
              <a:t>kısmını</a:t>
            </a:r>
            <a:r>
              <a:rPr lang="en-US" dirty="0"/>
              <a:t> </a:t>
            </a:r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anlatacağım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303DA0-7472-A19B-5A68-A0AA7755A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990" y="355253"/>
            <a:ext cx="6914018" cy="427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50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965DA-8301-44FA-12B0-01F32F5D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017" y="4914900"/>
            <a:ext cx="8931965" cy="740465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Burasıda</a:t>
            </a:r>
            <a:r>
              <a:rPr lang="en-US" dirty="0"/>
              <a:t> admin navbar sol </a:t>
            </a:r>
            <a:r>
              <a:rPr lang="en-US" dirty="0" err="1"/>
              <a:t>kısımda</a:t>
            </a:r>
            <a:r>
              <a:rPr lang="en-US" dirty="0"/>
              <a:t> </a:t>
            </a:r>
            <a:r>
              <a:rPr lang="en-US" dirty="0" err="1"/>
              <a:t>sabit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ekran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kısmında</a:t>
            </a:r>
            <a:r>
              <a:rPr lang="en-US" dirty="0"/>
              <a:t> Yeni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Ekleme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Eklenen</a:t>
            </a:r>
            <a:r>
              <a:rPr lang="en-US" dirty="0"/>
              <a:t> </a:t>
            </a:r>
            <a:r>
              <a:rPr lang="en-US" dirty="0" err="1"/>
              <a:t>Eğitimleri</a:t>
            </a:r>
            <a:r>
              <a:rPr lang="en-US" dirty="0"/>
              <a:t> </a:t>
            </a:r>
            <a:r>
              <a:rPr lang="en-US" dirty="0" err="1"/>
              <a:t>görme</a:t>
            </a:r>
            <a:r>
              <a:rPr lang="en-US" dirty="0"/>
              <a:t> </a:t>
            </a:r>
            <a:r>
              <a:rPr lang="en-US" dirty="0" err="1"/>
              <a:t>Faturalar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Yönetimi</a:t>
            </a:r>
            <a:r>
              <a:rPr lang="en-US" dirty="0"/>
              <a:t> </a:t>
            </a:r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Öğrenciler</a:t>
            </a:r>
            <a:r>
              <a:rPr lang="en-US" dirty="0"/>
              <a:t> </a:t>
            </a:r>
            <a:r>
              <a:rPr lang="en-US" dirty="0" err="1"/>
              <a:t>kısmında</a:t>
            </a:r>
            <a:r>
              <a:rPr lang="en-US" dirty="0"/>
              <a:t> </a:t>
            </a:r>
            <a:r>
              <a:rPr lang="en-US" dirty="0" err="1"/>
              <a:t>Öğrenci</a:t>
            </a:r>
            <a:r>
              <a:rPr lang="en-US" dirty="0"/>
              <a:t> </a:t>
            </a:r>
            <a:r>
              <a:rPr lang="en-US" dirty="0" err="1"/>
              <a:t>Ekleme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Üye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manuel</a:t>
            </a:r>
            <a:r>
              <a:rPr lang="en-US" dirty="0"/>
              <a:t> </a:t>
            </a:r>
            <a:r>
              <a:rPr lang="en-US" dirty="0" err="1"/>
              <a:t>Eklediğim</a:t>
            </a:r>
            <a:r>
              <a:rPr lang="en-US" dirty="0"/>
              <a:t> </a:t>
            </a:r>
            <a:r>
              <a:rPr lang="en-US" dirty="0" err="1"/>
              <a:t>Öğrenci</a:t>
            </a:r>
            <a:r>
              <a:rPr lang="en-US" dirty="0"/>
              <a:t> </a:t>
            </a:r>
            <a:r>
              <a:rPr lang="en-US" dirty="0" err="1"/>
              <a:t>Listesi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 </a:t>
            </a:r>
            <a:r>
              <a:rPr lang="en-US" dirty="0" err="1"/>
              <a:t>Öğrencilerin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Toplu</a:t>
            </a:r>
            <a:r>
              <a:rPr lang="en-US" dirty="0"/>
              <a:t> </a:t>
            </a:r>
            <a:r>
              <a:rPr lang="en-US" dirty="0" err="1"/>
              <a:t>Öğrenci</a:t>
            </a:r>
            <a:r>
              <a:rPr lang="en-US" dirty="0"/>
              <a:t> </a:t>
            </a:r>
            <a:r>
              <a:rPr lang="en-US" dirty="0" err="1"/>
              <a:t>Aktarımı</a:t>
            </a:r>
            <a:r>
              <a:rPr lang="en-US" dirty="0"/>
              <a:t> da </a:t>
            </a:r>
            <a:r>
              <a:rPr lang="en-US" dirty="0" err="1"/>
              <a:t>Listeden</a:t>
            </a:r>
            <a:r>
              <a:rPr lang="en-US" dirty="0"/>
              <a:t> </a:t>
            </a:r>
            <a:r>
              <a:rPr lang="en-US" dirty="0" err="1"/>
              <a:t>Dışarı</a:t>
            </a:r>
            <a:r>
              <a:rPr lang="en-US" dirty="0"/>
              <a:t> Export to Excel </a:t>
            </a:r>
            <a:r>
              <a:rPr lang="en-US" dirty="0" err="1"/>
              <a:t>için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EA88E-387E-8B0D-6216-C273D2FD3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506" y="506896"/>
            <a:ext cx="1549133" cy="39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3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965DA-8301-44FA-12B0-01F32F5D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017" y="4914900"/>
            <a:ext cx="8931965" cy="740465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Yeni </a:t>
            </a:r>
            <a:r>
              <a:rPr lang="en-US" dirty="0" err="1"/>
              <a:t>Ekleye</a:t>
            </a:r>
            <a:r>
              <a:rPr lang="en-US" dirty="0"/>
              <a:t> </a:t>
            </a:r>
            <a:r>
              <a:rPr lang="en-US" dirty="0" err="1"/>
              <a:t>basınca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gelecek</a:t>
            </a:r>
            <a:r>
              <a:rPr lang="en-US" dirty="0"/>
              <a:t> ama Bu </a:t>
            </a:r>
            <a:r>
              <a:rPr lang="en-US" dirty="0" err="1"/>
              <a:t>kısmı</a:t>
            </a:r>
            <a:r>
              <a:rPr lang="en-US" dirty="0"/>
              <a:t> </a:t>
            </a:r>
            <a:r>
              <a:rPr lang="en-US" dirty="0" err="1"/>
              <a:t>doldurduktan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Step 2 ye </a:t>
            </a:r>
            <a:r>
              <a:rPr lang="en-US" dirty="0" err="1"/>
              <a:t>geçmesi</a:t>
            </a:r>
            <a:r>
              <a:rPr lang="en-US" dirty="0"/>
              <a:t> </a:t>
            </a:r>
            <a:r>
              <a:rPr lang="en-US" dirty="0" err="1"/>
              <a:t>gerekiyor</a:t>
            </a:r>
            <a:r>
              <a:rPr lang="en-US" dirty="0"/>
              <a:t> o </a:t>
            </a:r>
            <a:r>
              <a:rPr lang="en-US" dirty="0" err="1"/>
              <a:t>kısımda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sayfada</a:t>
            </a:r>
            <a:r>
              <a:rPr lang="en-US" dirty="0"/>
              <a:t> </a:t>
            </a:r>
            <a:r>
              <a:rPr lang="en-US" dirty="0" err="1"/>
              <a:t>bakabilirsin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300C95-8B1E-9F77-791D-DEAE11D72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083" y="101139"/>
            <a:ext cx="8671891" cy="468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91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965DA-8301-44FA-12B0-01F32F5D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017" y="4914900"/>
            <a:ext cx="8931965" cy="74046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İlgili</a:t>
            </a:r>
            <a:r>
              <a:rPr lang="en-US" dirty="0"/>
              <a:t> </a:t>
            </a:r>
            <a:r>
              <a:rPr lang="en-US" dirty="0" err="1"/>
              <a:t>Dersin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birçok</a:t>
            </a:r>
            <a:r>
              <a:rPr lang="en-US" dirty="0"/>
              <a:t> video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olacağından</a:t>
            </a:r>
            <a:r>
              <a:rPr lang="en-US" dirty="0"/>
              <a:t> </a:t>
            </a:r>
            <a:r>
              <a:rPr lang="en-US" dirty="0" err="1"/>
              <a:t>burda</a:t>
            </a:r>
            <a:r>
              <a:rPr lang="en-US" dirty="0"/>
              <a:t> </a:t>
            </a:r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sıralı</a:t>
            </a:r>
            <a:r>
              <a:rPr lang="en-US" dirty="0"/>
              <a:t> </a:t>
            </a:r>
            <a:r>
              <a:rPr lang="en-US" dirty="0" err="1"/>
              <a:t>eklenmesi</a:t>
            </a:r>
            <a:r>
              <a:rPr lang="en-US" dirty="0"/>
              <a:t> </a:t>
            </a:r>
            <a:r>
              <a:rPr lang="en-US" dirty="0" err="1"/>
              <a:t>gerekiyor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4DD7F-138A-B3C8-1819-7CAA103C4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512" y="-52190"/>
            <a:ext cx="8014980" cy="468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01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965DA-8301-44FA-12B0-01F32F5D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017" y="4914900"/>
            <a:ext cx="8931965" cy="740465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İlgili</a:t>
            </a:r>
            <a:r>
              <a:rPr lang="en-US" dirty="0"/>
              <a:t> </a:t>
            </a:r>
            <a:r>
              <a:rPr lang="en-US" dirty="0" err="1"/>
              <a:t>alanda</a:t>
            </a:r>
            <a:r>
              <a:rPr lang="en-US" dirty="0"/>
              <a:t> </a:t>
            </a:r>
            <a:r>
              <a:rPr lang="en-US" dirty="0" err="1"/>
              <a:t>iken</a:t>
            </a:r>
            <a:r>
              <a:rPr lang="en-US" dirty="0"/>
              <a:t> </a:t>
            </a:r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ekle</a:t>
            </a:r>
            <a:r>
              <a:rPr lang="en-US" dirty="0"/>
              <a:t> </a:t>
            </a:r>
            <a:r>
              <a:rPr lang="en-US" dirty="0" err="1"/>
              <a:t>dediğimizde</a:t>
            </a:r>
            <a:r>
              <a:rPr lang="en-US" dirty="0"/>
              <a:t> </a:t>
            </a:r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başlık</a:t>
            </a:r>
            <a:r>
              <a:rPr lang="en-US" dirty="0"/>
              <a:t> </a:t>
            </a:r>
            <a:r>
              <a:rPr lang="en-US" dirty="0" err="1"/>
              <a:t>adı</a:t>
            </a:r>
            <a:r>
              <a:rPr lang="en-US" dirty="0"/>
              <a:t> </a:t>
            </a:r>
            <a:r>
              <a:rPr lang="en-US" dirty="0" err="1"/>
              <a:t>Youtube</a:t>
            </a:r>
            <a:r>
              <a:rPr lang="en-US" dirty="0"/>
              <a:t> </a:t>
            </a:r>
            <a:r>
              <a:rPr lang="en-US" dirty="0" err="1"/>
              <a:t>Embeded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</a:t>
            </a:r>
            <a:r>
              <a:rPr lang="en-US" dirty="0" err="1"/>
              <a:t>sırala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 (1-10)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rakamsal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5CDEA-D4FF-9BCC-734D-987522A3A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177" y="532972"/>
            <a:ext cx="5943643" cy="371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2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965DA-8301-44FA-12B0-01F32F5D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017" y="4914900"/>
            <a:ext cx="8931965" cy="740465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Eklenen</a:t>
            </a:r>
            <a:r>
              <a:rPr lang="en-US" dirty="0"/>
              <a:t> </a:t>
            </a:r>
            <a:r>
              <a:rPr lang="en-US" dirty="0" err="1"/>
              <a:t>Dersler</a:t>
            </a:r>
            <a:r>
              <a:rPr lang="en-US" dirty="0"/>
              <a:t> </a:t>
            </a:r>
            <a:r>
              <a:rPr lang="en-US" dirty="0" err="1"/>
              <a:t>Sitede</a:t>
            </a:r>
            <a:r>
              <a:rPr lang="en-US" dirty="0"/>
              <a:t> </a:t>
            </a:r>
            <a:r>
              <a:rPr lang="en-US" dirty="0" err="1"/>
              <a:t>Anasayfada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Kurslar</a:t>
            </a:r>
            <a:r>
              <a:rPr lang="en-US" dirty="0"/>
              <a:t> </a:t>
            </a:r>
            <a:r>
              <a:rPr lang="en-US" dirty="0" err="1"/>
              <a:t>sekmesinde</a:t>
            </a:r>
            <a:r>
              <a:rPr lang="en-US" dirty="0"/>
              <a:t> </a:t>
            </a:r>
            <a:r>
              <a:rPr lang="en-US" dirty="0" err="1"/>
              <a:t>Gözükecek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altlarında</a:t>
            </a:r>
            <a:r>
              <a:rPr lang="en-US" dirty="0"/>
              <a:t> </a:t>
            </a:r>
            <a:r>
              <a:rPr lang="en-US" dirty="0" err="1"/>
              <a:t>Satın</a:t>
            </a:r>
            <a:r>
              <a:rPr lang="en-US" dirty="0"/>
              <a:t> Al </a:t>
            </a:r>
            <a:r>
              <a:rPr lang="en-US" dirty="0" err="1"/>
              <a:t>butonuna</a:t>
            </a:r>
            <a:r>
              <a:rPr lang="en-US" dirty="0"/>
              <a:t> </a:t>
            </a:r>
            <a:r>
              <a:rPr lang="en-US" dirty="0" err="1"/>
              <a:t>basınca</a:t>
            </a:r>
            <a:r>
              <a:rPr lang="en-US" dirty="0"/>
              <a:t> </a:t>
            </a:r>
            <a:r>
              <a:rPr lang="en-US" dirty="0" err="1"/>
              <a:t>Üye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 yada </a:t>
            </a:r>
            <a:r>
              <a:rPr lang="en-US" dirty="0" err="1"/>
              <a:t>Üye</a:t>
            </a:r>
            <a:r>
              <a:rPr lang="en-US" dirty="0"/>
              <a:t> </a:t>
            </a:r>
            <a:r>
              <a:rPr lang="en-US" dirty="0" err="1"/>
              <a:t>girişi</a:t>
            </a:r>
            <a:r>
              <a:rPr lang="en-US" dirty="0"/>
              <a:t> </a:t>
            </a:r>
            <a:r>
              <a:rPr lang="en-US" dirty="0" err="1"/>
              <a:t>yapmasını</a:t>
            </a:r>
            <a:r>
              <a:rPr lang="en-US" dirty="0"/>
              <a:t> </a:t>
            </a:r>
            <a:r>
              <a:rPr lang="en-US" dirty="0" err="1"/>
              <a:t>isteyecek</a:t>
            </a:r>
            <a:r>
              <a:rPr lang="en-US" dirty="0"/>
              <a:t>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üye</a:t>
            </a:r>
            <a:r>
              <a:rPr lang="en-US" dirty="0"/>
              <a:t> </a:t>
            </a:r>
            <a:r>
              <a:rPr lang="en-US" dirty="0" err="1"/>
              <a:t>girişi</a:t>
            </a:r>
            <a:r>
              <a:rPr lang="en-US" dirty="0"/>
              <a:t> </a:t>
            </a:r>
            <a:r>
              <a:rPr lang="en-US" dirty="0" err="1"/>
              <a:t>yaptı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satin al </a:t>
            </a:r>
            <a:r>
              <a:rPr lang="en-US" dirty="0" err="1"/>
              <a:t>butona</a:t>
            </a:r>
            <a:r>
              <a:rPr lang="en-US" dirty="0"/>
              <a:t> </a:t>
            </a:r>
            <a:r>
              <a:rPr lang="en-US" dirty="0" err="1"/>
              <a:t>basınca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sonraki</a:t>
            </a:r>
            <a:r>
              <a:rPr lang="en-US" dirty="0"/>
              <a:t> </a:t>
            </a:r>
            <a:r>
              <a:rPr lang="en-US" dirty="0" err="1"/>
              <a:t>sayfa</a:t>
            </a:r>
            <a:r>
              <a:rPr lang="en-US" dirty="0"/>
              <a:t> da ki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sağlanacak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E9B020-BA89-09C1-F1FC-11387D221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192" y="0"/>
            <a:ext cx="8591613" cy="48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03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965DA-8301-44FA-12B0-01F32F5D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017" y="4914900"/>
            <a:ext cx="8931965" cy="740465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İlgili</a:t>
            </a:r>
            <a:r>
              <a:rPr lang="en-US" dirty="0"/>
              <a:t> </a:t>
            </a:r>
            <a:r>
              <a:rPr lang="en-US" dirty="0" err="1"/>
              <a:t>Dersi</a:t>
            </a:r>
            <a:r>
              <a:rPr lang="en-US" dirty="0"/>
              <a:t> </a:t>
            </a:r>
            <a:r>
              <a:rPr lang="en-US" dirty="0" err="1"/>
              <a:t>girerken</a:t>
            </a:r>
            <a:r>
              <a:rPr lang="en-US" dirty="0"/>
              <a:t> </a:t>
            </a:r>
            <a:r>
              <a:rPr lang="en-US" dirty="0" err="1"/>
              <a:t>belirlenen</a:t>
            </a:r>
            <a:r>
              <a:rPr lang="en-US" dirty="0"/>
              <a:t> </a:t>
            </a:r>
            <a:r>
              <a:rPr lang="en-US" dirty="0" err="1"/>
              <a:t>fiyat</a:t>
            </a:r>
            <a:r>
              <a:rPr lang="en-US" dirty="0"/>
              <a:t> </a:t>
            </a:r>
            <a:r>
              <a:rPr lang="en-US" dirty="0" err="1"/>
              <a:t>Toplam</a:t>
            </a:r>
            <a:r>
              <a:rPr lang="en-US" dirty="0"/>
              <a:t> </a:t>
            </a:r>
            <a:r>
              <a:rPr lang="en-US" dirty="0" err="1"/>
              <a:t>kısmında</a:t>
            </a:r>
            <a:r>
              <a:rPr lang="en-US" dirty="0"/>
              <a:t> </a:t>
            </a:r>
            <a:r>
              <a:rPr lang="en-US" dirty="0" err="1"/>
              <a:t>gözükecek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ödeme</a:t>
            </a:r>
            <a:r>
              <a:rPr lang="en-US" dirty="0"/>
              <a:t> yap </a:t>
            </a:r>
            <a:r>
              <a:rPr lang="en-US" dirty="0" err="1"/>
              <a:t>butonuna</a:t>
            </a:r>
            <a:r>
              <a:rPr lang="en-US" dirty="0"/>
              <a:t> </a:t>
            </a:r>
            <a:r>
              <a:rPr lang="en-US" dirty="0" err="1"/>
              <a:t>basacak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 </a:t>
            </a:r>
            <a:r>
              <a:rPr lang="en-US" dirty="0" err="1"/>
              <a:t>kupon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girip</a:t>
            </a:r>
            <a:r>
              <a:rPr lang="en-US" dirty="0"/>
              <a:t> % </a:t>
            </a:r>
            <a:r>
              <a:rPr lang="en-US" dirty="0" err="1"/>
              <a:t>lik</a:t>
            </a:r>
            <a:r>
              <a:rPr lang="en-US" dirty="0"/>
              <a:t> </a:t>
            </a:r>
            <a:r>
              <a:rPr lang="en-US" dirty="0" err="1"/>
              <a:t>indirim</a:t>
            </a:r>
            <a:r>
              <a:rPr lang="en-US" dirty="0"/>
              <a:t> de </a:t>
            </a:r>
            <a:r>
              <a:rPr lang="en-US" dirty="0" err="1"/>
              <a:t>olabilir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65171-D0D4-55B6-1B1E-8CD701C06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87" y="150933"/>
            <a:ext cx="10039423" cy="465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49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965DA-8301-44FA-12B0-01F32F5D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017" y="4914900"/>
            <a:ext cx="8931965" cy="740465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Burda</a:t>
            </a:r>
            <a:r>
              <a:rPr lang="en-US" dirty="0"/>
              <a:t> Banka </a:t>
            </a:r>
            <a:r>
              <a:rPr lang="en-US" dirty="0" err="1"/>
              <a:t>Denizbank</a:t>
            </a:r>
            <a:r>
              <a:rPr lang="en-US" dirty="0"/>
              <a:t> </a:t>
            </a:r>
            <a:r>
              <a:rPr lang="en-US" dirty="0" err="1"/>
              <a:t>Yazcak</a:t>
            </a:r>
            <a:r>
              <a:rPr lang="en-US" dirty="0"/>
              <a:t> İban da </a:t>
            </a:r>
            <a:r>
              <a:rPr lang="pl-PL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TR46 0013 4000 0242 4034 6000 01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yazacak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Gönderdiği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zaman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ödemeyi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tamamla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basıcak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E3196-6987-0068-D306-43A69FFB5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920" y="329369"/>
            <a:ext cx="4318158" cy="454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3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965DA-8301-44FA-12B0-01F32F5D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017" y="4914900"/>
            <a:ext cx="8931965" cy="740465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Öğrenciler</a:t>
            </a:r>
            <a:r>
              <a:rPr lang="en-US" dirty="0"/>
              <a:t> </a:t>
            </a:r>
            <a:r>
              <a:rPr lang="en-US" dirty="0" err="1"/>
              <a:t>Listesinde</a:t>
            </a:r>
            <a:r>
              <a:rPr lang="en-US" dirty="0"/>
              <a:t> </a:t>
            </a:r>
            <a:r>
              <a:rPr lang="en-US" dirty="0" err="1"/>
              <a:t>Öğrenci</a:t>
            </a:r>
            <a:r>
              <a:rPr lang="en-US" dirty="0"/>
              <a:t> </a:t>
            </a:r>
            <a:r>
              <a:rPr lang="en-US" dirty="0" err="1"/>
              <a:t>nin</a:t>
            </a:r>
            <a:r>
              <a:rPr lang="en-US" dirty="0"/>
              <a:t> </a:t>
            </a:r>
            <a:r>
              <a:rPr lang="en-US" dirty="0" err="1"/>
              <a:t>yanında</a:t>
            </a:r>
            <a:r>
              <a:rPr lang="en-US" dirty="0"/>
              <a:t> + </a:t>
            </a:r>
            <a:r>
              <a:rPr lang="en-US" dirty="0" err="1"/>
              <a:t>Satın</a:t>
            </a:r>
            <a:r>
              <a:rPr lang="en-US" dirty="0"/>
              <a:t> al </a:t>
            </a:r>
            <a:r>
              <a:rPr lang="en-US" dirty="0" err="1"/>
              <a:t>butonu</a:t>
            </a:r>
            <a:r>
              <a:rPr lang="en-US" dirty="0"/>
              <a:t> var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bastığınızda</a:t>
            </a:r>
            <a:r>
              <a:rPr lang="en-US" dirty="0"/>
              <a:t> Hangi </a:t>
            </a:r>
            <a:r>
              <a:rPr lang="en-US" dirty="0" err="1"/>
              <a:t>Eğitimi</a:t>
            </a:r>
            <a:r>
              <a:rPr lang="en-US" dirty="0"/>
              <a:t> </a:t>
            </a:r>
            <a:r>
              <a:rPr lang="en-US" dirty="0" err="1"/>
              <a:t>aldı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burdan</a:t>
            </a:r>
            <a:r>
              <a:rPr lang="en-US" dirty="0"/>
              <a:t> </a:t>
            </a:r>
            <a:r>
              <a:rPr lang="en-US" dirty="0" err="1"/>
              <a:t>eğitimleri</a:t>
            </a:r>
            <a:r>
              <a:rPr lang="en-US" dirty="0"/>
              <a:t> o </a:t>
            </a:r>
            <a:r>
              <a:rPr lang="en-US" dirty="0" err="1"/>
              <a:t>öğrencilerde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 hale </a:t>
            </a:r>
            <a:r>
              <a:rPr lang="en-US" dirty="0" err="1"/>
              <a:t>getiriyoruz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91684-2F4E-7F28-28A8-5D0BF8C33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439" y="891403"/>
            <a:ext cx="6143670" cy="328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19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965DA-8301-44FA-12B0-01F32F5D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017" y="4914900"/>
            <a:ext cx="8931965" cy="74046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Buda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Öğrenciler</a:t>
            </a:r>
            <a:r>
              <a:rPr lang="en-US" dirty="0"/>
              <a:t> </a:t>
            </a:r>
            <a:r>
              <a:rPr lang="en-US" dirty="0" err="1"/>
              <a:t>listesi</a:t>
            </a:r>
            <a:r>
              <a:rPr lang="en-US" dirty="0"/>
              <a:t> </a:t>
            </a:r>
            <a:r>
              <a:rPr lang="en-US" dirty="0" err="1"/>
              <a:t>Öğrenci</a:t>
            </a:r>
            <a:r>
              <a:rPr lang="en-US" dirty="0"/>
              <a:t> Sil </a:t>
            </a:r>
            <a:r>
              <a:rPr lang="en-US" dirty="0" err="1"/>
              <a:t>Düzenle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Ekleme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butonlar</a:t>
            </a:r>
            <a:r>
              <a:rPr lang="en-US" dirty="0"/>
              <a:t> var </a:t>
            </a:r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rakam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gördüğün</a:t>
            </a:r>
            <a:r>
              <a:rPr lang="en-US" dirty="0"/>
              <a:t> 2-5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kaç</a:t>
            </a:r>
            <a:r>
              <a:rPr lang="en-US" dirty="0"/>
              <a:t> </a:t>
            </a:r>
            <a:r>
              <a:rPr lang="en-US" dirty="0" err="1"/>
              <a:t>ders</a:t>
            </a:r>
            <a:r>
              <a:rPr lang="en-US" dirty="0"/>
              <a:t> </a:t>
            </a:r>
            <a:r>
              <a:rPr lang="en-US" dirty="0" err="1"/>
              <a:t>eklemişim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gösteriyor</a:t>
            </a:r>
            <a:r>
              <a:rPr lang="en-US" dirty="0"/>
              <a:t> </a:t>
            </a:r>
            <a:r>
              <a:rPr lang="en-US" dirty="0" err="1"/>
              <a:t>öğrenciye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90DE4-9DE3-B643-E814-9003E164F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20" y="270269"/>
            <a:ext cx="10320959" cy="442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36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277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Cullu,Rauf Onur</dc:creator>
  <cp:lastModifiedBy>Cullu,Rauf Onur</cp:lastModifiedBy>
  <cp:revision>1</cp:revision>
  <dcterms:created xsi:type="dcterms:W3CDTF">2025-08-19T12:16:13Z</dcterms:created>
  <dcterms:modified xsi:type="dcterms:W3CDTF">2025-08-19T12:53:34Z</dcterms:modified>
</cp:coreProperties>
</file>